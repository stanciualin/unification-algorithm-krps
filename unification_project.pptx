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Unification Algorithm in First-Order Logic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Student: Stanciu Alin Marian</a:t>
            </a:r>
          </a:p>
          <a:p>
            <a:r>
              <a:t>Year I, Master AIAC</a:t>
            </a:r>
          </a:p>
          <a:p>
            <a:r>
              <a:t>Course: Knowledge Representation and Problem Solving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and implement the unification process in FOL.</a:t>
            </a:r>
          </a:p>
          <a:p>
            <a:pPr lvl="1"/>
            <a:r>
              <a:t>Test the algorithm on different terms and predicates.</a:t>
            </a:r>
          </a:p>
          <a:p>
            <a:pPr lvl="1"/>
            <a:r>
              <a:t>Integrate it into a small resolution module.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Unification?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Unification = finding a substitution that makes two FOL expressions identical.</a:t>
            </a:r>
          </a:p>
          <a:p>
            <a:pPr lvl="1"/>
            <a:r>
              <a:t>Used in automated reasoning, Prolog, resolution.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Input: two terms or atomic formulas.</a:t>
            </a:r>
          </a:p>
          <a:p>
            <a:pPr lvl="1"/>
            <a:r>
              <a:t>Output: most general unifier (MGU) or failure.</a:t>
            </a:r>
          </a:p>
          <a:p>
            <a:pPr lvl="1"/>
            <a:r>
              <a:t>Steps: decompose, check variables, apply occurs-check, compose substitutions.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Implementation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represent terms as Python dicts/lists/tuples.</a:t>
            </a:r>
          </a:p>
          <a:p>
            <a:pPr lvl="1"/>
            <a:r>
              <a:t>Core function: unify(x, y, subst) → new subst or failure.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Implementation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Helper functions: is_variable, is_compound, occurs_check.</a:t>
            </a:r>
          </a:p>
          <a:p>
            <a:pPr lvl="1"/>
            <a:r>
              <a:t>Substitution is a Python dict: {'X': term}.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 tests with variables, constants, functions and failure cases.</a:t>
            </a:r>
          </a:p>
          <a:p>
            <a:pPr lvl="1"/>
            <a:r>
              <a:t>Show expected MGU for each.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Resolution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resolution-style step: unify two literals and merge substitutions.</a:t>
            </a:r>
          </a:p>
          <a:p>
            <a:pPr lvl="1"/>
            <a:r>
              <a:t>Demonstrates how unification is used in KR/AI.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 code (Python)</a:t>
            </a:r>
          </a:p>
          <a:p>
            <a:pPr lvl="1"/>
            <a:r>
              <a:t>10 test cases with explanations</a:t>
            </a:r>
          </a:p>
          <a:p>
            <a:pPr lvl="1"/>
            <a:r>
              <a:t>Documentation (English)</a:t>
            </a:r>
          </a:p>
          <a:p>
            <a:pPr lvl="1"/>
            <a:r>
              <a:t>This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